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601"/>
    <a:srgbClr val="FE9318"/>
    <a:srgbClr val="1D57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96"/>
  </p:normalViewPr>
  <p:slideViewPr>
    <p:cSldViewPr snapToGrid="0">
      <p:cViewPr>
        <p:scale>
          <a:sx n="41" d="100"/>
          <a:sy n="41" d="100"/>
        </p:scale>
        <p:origin x="3104" y="1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4T15:37:11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24575,'6'10'0,"1"1"0,2 0 0,-1-1 0,1-1 0,-2 0 0,0-1 0,0-1 0,-2-1 0,0-1 0,-1 0 0,-1-1 0,1 1 0,-1-1 0,1 0 0,-1 0 0,0 0 0,0 1 0,0 1 0,2 0 0,-1 1 0,1 0 0,0 0 0,0-1 0,0 1 0,-1-1 0,1 2 0,0-1 0,0-1 0,-1-1 0,-1 1 0,1-1 0,0 1 0,0 1 0,2 0 0,-1 1 0,2-2 0,-2 0 0,1 0 0,-1-1 0,0 1 0,0-1 0,-1 0 0,-1-2 0,-1 1 0,0-1 0,0-1 0,0 1 0,1 0 0,0 0 0,-1 0 0,1 1 0,0-1 0,1 1 0,0 0 0,-1-1 0,1 1 0,0 0 0,-1 0 0,1 1 0,1-1 0,0 2 0,3 0 0,1 1 0,1 2 0,0 0 0,1 0 0,-2 0 0,0-2 0,-2-1 0,-2-1 0,-1-1 0,0 0 0,1 0 0,0 1 0,0 1 0,-1-2 0,-1 0 0,0 1 0,0 1 0,0 0 0,0-1 0,-1-1 0,0-1 0,1 1 0,2 1 0,1 2 0,0-1 0,-1-2 0,-2-1 0,0 0 0,1 2 0,2 2 0,2 2 0,1-1 0,-2-1 0,-2-1 0,-2-3 0,0-1 0,-1-1 0,1 1 0,1 1 0,0 1 0,1 0 0,-1 0 0,0-1 0,0 0 0,0 1 0,4 1 0,4 5 0,3 0 0,2 2 0,-2-2 0,-1-2 0,-3-2 0,-2-1 0,-2-1 0,-2-1 0,-1-1 0,-1 0 0,-1-1 0,-1 1 0,2 1 0,2 2 0,4 3 0,1 2 0,0 0 0,-2-2 0,-3-3 0,-1-1 0,-2-2 0,-1 0 0,1-1 0,1 3 0,4 3 0,4 5 0,4 2 0,-2 1 0,-2-4 0,-5-4 0,-2-4 0,-2 0 0,-1-2 0,1 1 0,1 1 0,4 2 0,3 2 0,2 1 0,-1 0 0,-2-1 0,-2-3 0,-3-1 0,0-1 0,0 0 0,5 2 0,4 3 0,3 1 0,-1 0 0,-4-1 0,-4-3 0,-3-1 0,0-1 0,2 2 0,4 3 0,1 2 0,-1 0 0,-3-4 0,0-2 0,1-1 0,1 1 0,1 0 0,-3-1 0,-2-1 0,-1 0 0,0-1 0,0 1 0,1 0 0,0 1 0,-2-1 0,0 1 0,0 1 0,2 1 0,-1 0 0,0-1 0,0 0 0,-2 0 0,-1-2 0,-1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4T15:37:22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24575,'5'0'0,"0"1"0,-2 2 0,1 1 0,-1 1 0,1-2 0,-2 1 0,1-1 0,-1 0 0,1 1 0,1 0 0,-2 0 0,1 0 0,-1-2 0,0 0 0,-1 0 0,1 0 0,0 0 0,0 0 0,0 0 0,0-1 0,-1 1 0,0-1 0,1 1 0,2 2 0,-1 0 0,0-1 0,1 0 0,-1 0 0,0 1 0,0 0 0,0 0 0,-2-2 0,1 0 0,0 0 0,0 1 0,1 1 0,1 1 0,-1-2 0,-1 0 0,0 0 0,0 0 0,1 1 0,0 0 0,0 0 0,-1-1 0,0-1 0,-1 1 0,1-1 0,1 2 0,0 0 0,0 1 0,0 0 0,0 0 0,0 0 0,0 1 0,-1-1 0,0-1 0,-1 0 0,1 0 0,-1-1 0,2 2 0,0 1 0,1 2 0,1 1 0,-1 0 0,0-1 0,-1-2 0,0 1 0,0-1 0,0 0 0,0-1 0,-1 0 0,0-2 0,-1 0 0,0-2 0,1 1 0,1 1 0,0 1 0,0-1 0,-1 0 0,0 0 0,0-1 0,-1 0 0,1 1 0,1 0 0,-1 2 0,2-1 0,-1 1 0,-1 0 0,0-1 0,-1-1 0,-1-1 0,2 0 0,0 2 0,2 2 0,0 1 0,1 2 0,0 0 0,0 0 0,1 0 0,-1-1 0,1-1 0,-1-1 0,-1-1 0,-2-2 0,0-1 0,0 1 0,1 1 0,2 2 0,-1 1 0,2 2 0,-2-1 0,0 0 0,-1-1 0,0 1 0,0 1 0,0 0 0,0 2 0,0 0 0,0-1 0,0-1 0,-2-1 0,1 0 0,-1-2 0,0 0 0,-1-2 0,1-1 0,-1 1 0,1 3 0,1 3 0,-1 2 0,0 0 0,0-3 0,0-2 0,0-1 0,0 1 0,2 3 0,0 4 0,1 0 0,-1-4 0,-1-1 0,-1 0 0,2 4 0,0 2 0,2-1 0,-2-3 0,-1-4 0,-1-3 0,0-1 0,-1 1 0,1 1 0,0 1 0,0-1 0,0 0 0,-1-1 0,2 3 0,0 4 0,2 5 0,0 0 0,-1-2 0,-1-4 0,-1-4 0,1-2 0,0 3 0,3 5 0,2 4 0,0-1 0,-2-3 0,-2-8 0,-2 0 0,1-1 0,0 3 0,1 3 0,2 4 0,0-1 0,-2-1 0,0-3 0,-2-3 0,-1-2 0,0 1 0,0 1 0,1 2 0,-1 0 0,1-1 0,0-1 0,-1 1 0,1 1 0,0 3 0,0 0 0,1-1 0,-1-1 0,0-3 0,0-1 0,0 0 0,1 0 0,0 2 0,0 0 0,0-1 0,0 0 0,-1-2 0,0 1 0,0-1 0,0 1 0,0 1 0,0-1 0,0 0 0,-1 1 0,1 2 0,1 1 0,-1 1 0,0 0 0,0-4 0,0-2 0,0-1 0,-1 1 0,0 1 0,0 0 0,0 2 0,-1-1 0,0-1 0,-1 0 0,1-1 0,0-1 0,0-1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4T15:37:29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385 1 24575,'0'4'0,"0"1"0,-1 0 0,1 2 0,-3 1 0,-1 1 0,-1 0 0,0 0 0,1-1 0,1 0 0,-1 0 0,0 0 0,0 1 0,-1 1 0,0 0 0,1-2 0,0 0 0,1-2 0,1-2 0,1 1 0,-1-1 0,1-1 0,-2 1 0,1 1 0,0 1 0,-1 0 0,2 2 0,-1 0 0,0 0 0,0-1 0,1-2 0,0 0 0,0-1 0,0 1 0,-1 1 0,0 1 0,0 2 0,0 1 0,-1 0 0,0 0 0,-1 0 0,2-2 0,0-1 0,1-1 0,-1-1 0,0 1 0,-1 2 0,0 0 0,0-1 0,0 1 0,1 1 0,-1 1 0,0 1 0,0 0 0,0 1 0,0 1 0,1 0 0,-1-1 0,0 0 0,1 0 0,-1 0 0,0 0 0,1 0 0,-1-1 0,0 1 0,-1 0 0,2-2 0,-1 0 0,0-1 0,1-2 0,0 0 0,0 1 0,0 2 0,-1 1 0,0 3 0,0 1 0,-1-1 0,0 1 0,0-2 0,0-1 0,-1 0 0,0 0 0,-1 2 0,0 2 0,0 0 0,1-1 0,0 1 0,0-2 0,1 1 0,-1 0 0,1-2 0,1 0 0,0 0 0,1-1 0,1-1 0,0-1 0,-1-1 0,2 0 0,-1-1 0,1 0 0,-1 0 0,1-1 0,-1 1 0,0 0 0,0 1 0,0 1 0,-1-1 0,1 0 0,-1-1 0,1-2 0,0-1 0,-1-1 0,1 1 0,-1-1 0,1 0 0,0-1 0,0 1 0,-1 1 0,-1 2 0,1 1 0,-1 0 0,1-3 0,1 0 0,0-1 0,0 0 0,-1 1 0,1 0 0,0 0 0,0 0 0,-1-1 0,1 1 0,-2 3 0,1 2 0,0-2 0,0 0 0,1-3 0,0-1 0,-1 2 0,0 0 0,1 0 0,-1 1 0,0-1 0,1 1 0,-1-1 0,1 0 0,-1-1 0,1 1 0,0-2 0,0 1 0,0 0 0,0-1 0,-1 1 0,1 0 0,-1 0 0,1 1 0,-1 0 0,0 0 0,1-1 0,0 0 0,0 0 0,1-2 0,-1 0 0,0-2 0,0 1 0,0 1 0,0 2 0,0-1 0,0 0 0,0-1 0,0-1 0,-1 2 0,1 0 0,0 0 0,0-1 0,0-1 0,0 0 0,1 0 0,-1 1 0,1-1 0,-1-1 0,1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4T15:37:35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454 0 24575,'0'10'0,"0"-2"0,0-2 0,0 0 0,0-2 0,0 1 0,-2 2 0,-2 4 0,-3 2 0,-1 0 0,1-1 0,-1-1 0,2-1 0,0-1 0,-1 2 0,0-1 0,0 2 0,-1-2 0,1 0 0,0-1 0,0 0 0,0-2 0,2-1 0,1-1 0,1-2 0,0 1 0,-2 3 0,-1 2 0,-1 2 0,-1 1 0,1-2 0,1 0 0,0-3 0,2 0 0,-1 0 0,-1 1 0,-1 1 0,0 1 0,1-1 0,1-1 0,0-2 0,1 0 0,-2 1 0,1 0 0,-2 1 0,1-1 0,1 0 0,1-2 0,2-2 0,1-1 0,-1 0 0,-1-1 0,0 1 0,-1 2 0,-1 0 0,0 1 0,0-1 0,0 0 0,1-1 0,0 0 0,-1 1 0,-1 1 0,0 0 0,0 0 0,2 0 0,2-2 0,0 0 0,0 0 0,-2 2 0,-2 2 0,1 2 0,-1 0 0,3-2 0,0-2 0,2-2 0,-2 1 0,0 1 0,-2 2 0,0 0 0,1 0 0,0-1 0,1-1 0,0-1 0,0 0 0,-1 2 0,0 1 0,0 1 0,0-1 0,2-1 0,0-1 0,0 1 0,-1 2 0,0 3 0,1 0 0,0 1 0,0 0 0,1-1 0,0-2 0,0-2 0,1-1 0,0 0 0,-1 3 0,0 1 0,0 2 0,0-2 0,0-2 0,1-3 0,0-2 0,0 2 0,0 0 0,0 3 0,-1 1 0,0-1 0,1-1 0,0-2 0,-1 0 0,0 1 0,0 3 0,-1 1 0,1 1 0,0 0 0,0-1 0,0-1 0,0-2 0,0 1 0,1-1 0,-1 1 0,0-1 0,0 1 0,1 0 0,-1 0 0,1 1 0,-1 2 0,1 1 0,-1 3 0,0 0 0,1-2 0,0-3 0,0-3 0,0-3 0,0-1 0,0 2 0,-1 3 0,0 1 0,0 1 0,0 0 0,1 2 0,-1 2 0,1 1 0,0-1 0,-1-3 0,0-3 0,1-2 0,0 0 0,0 2 0,0 3 0,0 0 0,0-1 0,0-3 0,0 1 0,0 0 0,0 2 0,0 0 0,0-1 0,0-2 0,0-2 0,0-1 0,0 0 0,0 2 0,0 2 0,0-1 0,0-1 0,0-1 0,0 0 0,0 0 0,0-3 0,0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4T15:37:46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745 0 24575,'0'7'0,"0"0"0,0-2 0,0 2 0,0 2 0,0 0 0,0-1 0,0-1 0,0-1 0,0 0 0,0 0 0,0 1 0,0 1 0,0 0 0,0 0 0,0-1 0,0-1 0,0 0 0,0-2 0,0 0 0,0-2 0,0 1 0,0-1 0,0 2 0,0 3 0,0 1 0,0 1 0,0-1 0,0-1 0,0-2 0,0-1 0,0 0 0,-1 0 0,0 2 0,-1-1 0,1 1 0,1-3 0,0 1 0,0-1 0,-1 0 0,1 0 0,-1 0 0,0 1 0,1 0 0,-1 0 0,0-1 0,0 0 0,0 0 0,0 0 0,0 1 0,0-1 0,0 0 0,0-1 0,0 0 0,-1 0 0,0 1 0,-1 2 0,-2 1 0,0 1 0,1 0 0,1-1 0,0-2 0,0 1 0,0 0 0,-1 0 0,-1 1 0,1 0 0,0 0 0,1-2 0,-1 1 0,0-1 0,-1 0 0,1 1 0,1-2 0,0 0 0,0 1 0,0-1 0,0 0 0,-1 0 0,1 0 0,0 0 0,0 0 0,0 0 0,-2 1 0,1 0 0,-1 0 0,1 0 0,1 0 0,0-1 0,-1 0 0,0 1 0,0-1 0,0 1 0,-1 1 0,1 0 0,1-1 0,0-1 0,0 1 0,1-1 0,0 0 0,0 1 0,0-1 0,1 0 0,-1-1 0,0 1 0,0 0 0,0 0 0,0-1 0,1-1 0,-2 2 0,1 0 0,-2 1 0,0 0 0,0 1 0,1 0 0,-1-1 0,1 0 0,-1 0 0,-1 0 0,0 1 0,1-1 0,1 1 0,0-1 0,1-1 0,-1 0 0,0 1 0,-1 1 0,-1-1 0,0 1 0,1 0 0,0 0 0,0-1 0,0 1 0,0-1 0,-1 0 0,1 0 0,0 0 0,1 0 0,1-1 0,0-1 0,0-1 0,-1 1 0,0 2 0,-1 0 0,-2 1 0,1 1 0,1-1 0,1-1 0,0 0 0,-1-1 0,0 2 0,-3 1 0,1 1 0,0 0 0,2-2 0,1-1 0,0-1 0,-1 0 0,1 1 0,0 1 0,-1 0 0,2-1 0,0-1 0,-1 1 0,-2 1 0,-1 3 0,-1 0 0,1-1 0,3-2 0,1-2 0,0-1 0,0 1 0,-2 1 0,-2 2 0,-2 3 0,1-1 0,2-1 0,1-2 0,2-1 0,-2 1 0,-3 2 0,-2 4 0,-3 3 0,2-1 0,3-3 0,2-4 0,2-2 0,0-1 0,-2 3 0,-2 3 0,-2 4 0,-2 0 0,3-2 0,2-3 0,3-3 0,0-1 0,0 0 0,-3 3 0,-1 1 0,-1 1 0,1 0 0,1-1 0,0 1 0,-1 0 0,-1 3 0,-1 1 0,0 1 0,1-2 0,3-4 0,1-3 0,1-1 0,1 0 0,-2 1 0,1 0 0,-2 1 0,0 1 0,2-1 0,0-2 0,1-2 0,0-1 0,-2 1 0,0 0 0,0 1 0,0 0 0,1-1 0,0 0 0,1-1 0,1 0 0,-1 1 0,0-1 0,-1 2 0,0-1 0,2-1 0,0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4T15:37:53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1093 1 24575,'-6'1'0,"1"0"0,-1 1 0,0 3 0,-1 0 0,-1 2 0,0 1 0,0 0 0,0 1 0,0-2 0,0 1 0,1-1 0,1-1 0,1-1 0,2-1 0,0 0 0,0-1 0,1 0 0,-2 0 0,-1 2 0,0 0 0,1 1 0,0-1 0,0 0 0,1 0 0,-1 0 0,-1 0 0,1 1 0,-1 0 0,1 0 0,-1 0 0,1-1 0,0 0 0,0 1 0,-1-1 0,1-1 0,0 2 0,-1-1 0,0 2 0,-2 0 0,-1 1 0,0 0 0,0 0 0,0-1 0,1 1 0,-2 0 0,-1 2 0,-1 1 0,-1 1 0,0-1 0,0 0 0,2-1 0,0 0 0,1-1 0,0-1 0,0 1 0,1-1 0,1-1 0,2-1 0,0-1 0,-1 1 0,1-1 0,-1 2 0,0 0 0,0 0 0,0 1 0,-1-1 0,2-1 0,-1 0 0,2-1 0,-2 0 0,0 0 0,0 1 0,-1 0 0,1 0 0,-1-1 0,1 1 0,-1-1 0,-1 1 0,0 0 0,-1 1 0,0 0 0,0 0 0,1-1 0,1 0 0,-1 1 0,0 0 0,-1 0 0,2-1 0,1 0 0,0-2 0,2 1 0,-1-1 0,1 0 0,-1 0 0,2-2 0,0 0 0,0 1 0,-1 0 0,-3 2 0,-1 1 0,-1 1 0,1-1 0,3-2 0,1 0 0,1-1 0,-1 1 0,-3 2 0,-1 0 0,-1 2 0,-1-1 0,2-1 0,0-1 0,0 2 0,-1 0 0,1 0 0,1-1 0,1-2 0,2-1 0,-1 0 0,-3 0 0,-3 3 0,-1 0 0,1 0 0,4-1 0,2-1 0,2-1 0,1-1 0,0 0 0,-1 1 0,0 0 0,0-1 0,0 0 0,-1 1 0,-3 1 0,-2 0 0,-1 1 0,1 0 0,3-1 0,3-1 0,0-2 0,0 1 0,-1 1 0,-2 2 0,0-1 0,1 0 0,1-2 0,0 0 0,0 0 0,-3 1 0,0 2 0,-1-1 0,1 1 0,2-2 0,0 0 0,-1 0 0,-2 1 0,-1 1 0,1 0 0,1-1 0,2-1 0,1 0 0,-2 0 0,-1 1 0,-1 1 0,0-1 0,1 0 0,1-1 0,0-1 0,1 1 0,0-1 0,2-1 0,0 1 0,0-1 0,0 1 0,0 0 0,0 0 0,2-1 0,0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4T15:38:02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1 24575,'-8'1'0,"0"3"0,-3 2 0,1 1 0,0 1 0,2-1 0,0-1 0,0 2 0,0-1 0,0 1 0,2-1 0,1-1 0,0-1 0,-1 0 0,0 0 0,-2 1 0,1-1 0,1 1 0,1-2 0,3 0 0,1-1 0,-1 0 0,1 0 0,-1 1 0,-1 0 0,-1 1 0,1 0 0,1-1 0,0 0 0,1-2 0,0 0 0,0 1 0,0 0 0,-1 1 0,0-1 0,0 0 0,1-1 0,0 1 0,-1 1 0,1 0 0,-2 0 0,2-1 0,0-1 0,0 0 0,0 0 0,0 0 0,-1 1 0,0 1 0,-1 0 0,1 0 0,0 0 0,1-1 0,-1 1 0,0 0 0,0 1 0,-1 0 0,0 1 0,1-2 0,1 0 0,0-1 0,0 1 0,1 0 0,-1 0 0,1 1 0,0-1 0,0 3 0,0 0 0,0 0 0,0-2 0,0-1 0,0-1 0,0 1 0,0 1 0,0 1 0,0-2 0,0 0 0,1-1 0,1 1 0,1 1 0,0 1 0,0 0 0,0 0 0,-2-2 0,1-1 0,0 0 0,0 0 0,1 1 0,0 1 0,-1-1 0,0 0 0,0-1 0,-1 0 0,1 0 0,-1 1 0,1 0 0,-1 0 0,1-1 0,1 2 0,0 2 0,1 2 0,0 1 0,0-2 0,-2-1 0,0-3 0,-1 0 0,0-1 0,2 2 0,-1 1 0,1 0 0,-1 0 0,-1-2 0,1 0 0,1 1 0,0 1 0,2 2 0,-2-1 0,1 0 0,-1-2 0,-1-1 0,0 0 0,1 1 0,1 0 0,1 2 0,-1 0 0,0-1 0,-1-1 0,0-1 0,0 0 0,1 2 0,0 0 0,0 0 0,0 0 0,-1-2 0,-1 1 0,2 0 0,0 2 0,2 2 0,-1 0 0,1-1 0,-2-3 0,-2-1 0,0-1 0,0 0 0,2 0 0,0 2 0,1 2 0,1 0 0,-1 0 0,0-2 0,-2-2 0,0 0 0,-1 0 0,2 3 0,1 1 0,-1-1 0,0 0 0,-1-3 0,-1 0 0,1 3 0,1 1 0,2 2 0,-1-2 0,0-1 0,-1 0 0,-1-1 0,1 2 0,0 1 0,0 0 0,0-1 0,-2-3 0,0-1 0,-1 0 0,0 1 0,-1 2 0,1 3 0,1 0 0,0 0 0,1-1 0,0-1 0,0 0 0,0 0 0,0 0 0,1 1 0,-1-1 0,1 2 0,0 0 0,0 0 0,-1 0 0,0-3 0,-2-1 0,1-2 0,0-1 0,0 1 0,2 1 0,0 0 0,1 1 0,-1 0 0,0-1 0,0 1 0,-1-2 0,0 0 0,0 0 0,0 1 0,0-2 0,-1 1 0,0 0 0,1-1 0,-1 1 0,1 1 0,0-1 0,0 1 0,0-1 0,0 1 0,-1-1 0,0 1 0,0-1 0,0 1 0,1 0 0,0 0 0,1 1 0,-1-1 0,0 1 0,0-1 0,0 0 0,1 0 0,0 0 0,0 1 0,0-1 0,-1 0 0,-1-1 0,-1-1 0,0 0 0,0 0 0,0 0 0,1 1 0,1 1 0,1 2 0,0-1 0,-1 1 0,0-2 0,-2 0 0,1-2 0,-1 1 0,1 0 0,2 0 0,0 2 0,0-1 0,-1 1 0,-1-2 0,-1 1 0,0-1 0,0 1 0,0 0 0,0-1 0,0-1 0,-1 0 0,1 0 0,1 1 0,1 1 0,-1 1 0,1-1 0,-1 0 0,-2-2 0,1-1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4T15:38:08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24575,'2'6'0,"1"1"0,3 1 0,2 1 0,0 3 0,1-1 0,-2 1 0,1 1 0,0-1 0,-1 1 0,0-1 0,0 0 0,-1 0 0,0-2 0,-1 0 0,0-1 0,0 0 0,0 0 0,0 0 0,-1-1 0,-1-3 0,-1-1 0,-1-1 0,-1-1 0,2 1 0,2 3 0,0 3 0,2 3 0,-1 1 0,0-1 0,-1-1 0,1 0 0,-1-1 0,2 0 0,-1 1 0,0-2 0,0 0 0,0 0 0,1-1 0,0-1 0,1 2 0,0-1 0,0 1 0,-1-1 0,0-1 0,-1 1 0,0-1 0,0 0 0,-1-1 0,1 1 0,0 2 0,0-1 0,0 0 0,0 1 0,0 0 0,0-1 0,0 0 0,-2-1 0,0-3 0,-2-1 0,0-1 0,1 0 0,0 2 0,3 5 0,1 3 0,2 3 0,0-1 0,-2-3 0,-2-3 0,-1-4 0,-1-2 0,0 0 0,0 0 0,0 2 0,1 0 0,0 0 0,-1 0 0,0 0 0,-1-1 0,1 1 0,2 3 0,1 1 0,2 1 0,-2-2 0,-2-2 0,0-2 0,1 2 0,2 2 0,0 0 0,0-1 0,-1-1 0,-2-2 0,-1-1 0,0 1 0,3 2 0,3 5 0,5 5 0,3 6 0,1 3 0,-1-1 0,-5-5 0,-4-6 0,-3-6 0,-1-1 0,-2-3 0,1 1 0,0 2 0,2 4 0,0 3 0,2 2 0,-2-2 0,-1-3 0,0-3 0,-2-3 0,0-1 0,0 0 0,1 1 0,2 3 0,0 1 0,1 1 0,-1-1 0,-1-2 0,-1-2 0,-1 1 0,2 4 0,3 10 0,3 3 0,0-1 0,-2-6 0,-4-9 0,-1-2 0,-1 0 0,2 2 0,3 6 0,3 4 0,0 3 0,1-3 0,-4-5 0,-2-4 0,-1-2 0,-1-2 0,-1 1 0,1 4 0,2 4 0,1 3 0,-1-1 0,-1-2 0,-1-4 0,-1-3 0,0-1 0,0-1 0,1 2 0,-1 1 0,2 2 0,-1-1 0,0 1 0,-1-5 0,0 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4T15:38:21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24575,'0'6'0,"0"1"0,0-3 0,1 1 0,1-1 0,0 0 0,0 0 0,1 0 0,1 1 0,-1 0 0,2 0 0,-1-1 0,-1 2 0,1 0 0,0 0 0,-2-1 0,0-1 0,0-1 0,-1-1 0,1 1 0,1 1 0,0 0 0,1 1 0,0 2 0,0-1 0,-1 0 0,0-1 0,-1 0 0,0-1 0,1 1 0,1 0 0,-1 1 0,2 0 0,-1 0 0,0 1 0,0 1 0,0-1 0,-1-1 0,0-1 0,0 0 0,-1-1 0,1 1 0,0 0 0,0 0 0,0 0 0,0 0 0,0 1 0,0-1 0,-1 0 0,0-2 0,-1 0 0,1-1 0,-1 0 0,2 1 0,0 1 0,0 0 0,1 0 0,-1 1 0,0 0 0,0-1 0,0 0 0,-1 0 0,1 0 0,0 1 0,0 0 0,1 0 0,0 1 0,1 2 0,0 0 0,0 1 0,-1-1 0,0-1 0,-1-2 0,-1 0 0,1 0 0,-1-1 0,0 1 0,0 0 0,1-1 0,-1 1 0,1 0 0,0-1 0,-1 1 0,0-2 0,0 0 0,-1 0 0,1-1 0,0 2 0,1 0 0,1 1 0,-1-1 0,0 1 0,-1-2 0,0 0 0,1 0 0,1 1 0,1 0 0,1 2 0,1 1 0,1-1 0,0 1 0,1 1 0,-1-1 0,-1 1 0,0 0 0,0-1 0,0 1 0,0 1 0,0-1 0,0 0 0,-1 1 0,0-1 0,0-1 0,-1 0 0,0 0 0,0 0 0,-1-1 0,0-1 0,-1 0 0,-1-1 0,0-1 0,0 0 0,0-1 0,2 1 0,0 1 0,2 2 0,1 0 0,0 0 0,-2-1 0,-1-2 0,-1-1 0,2 0 0,3 1 0,3 0 0,0 0 0,0 1 0,-3-2 0,-3 0 0,-1-2 0,0 1 0,2 1 0,2 1 0,3 1 0,0 1 0,0-1 0,-2 0 0,-1 0 0,0 0 0,-2 0 0,-1-2 0,-1 0 0,-1 0 0,-1-1 0,1 1 0,2 2 0,2 1 0,2 2 0,-1-1 0,-2-1 0,-2-2 0,-1-1 0,0 0 0,1 0 0,1 2 0,0-1 0,1-1 0,-2 1 0,1-1 0,2 2 0,4 2 0,2 0 0,-1-1 0,-4-1 0,-4-2 0,-1-1 0,0 0 0,2 1 0,4 3 0,0 0 0,1 0 0,-4-2 0,-2-1 0,0 1 0,1 3 0,2 2 0,1 2 0,1-1 0,-1-1 0,-3-3 0,-2-1 0,-1 0 0,3 2 0,2 0 0,2 3 0,-2-2 0,-1-1 0,-2-2 0,-2-2 0,1-1 0,0 1 0,3 1 0,1 1 0,-1 0 0,-1-1 0,-1-1 0,0 0 0,1 2 0,1 1 0,0 0 0,-1 0 0,-1-2 0,-1 0 0,-1-1 0,0 0 0,0 0 0,1 0 0,0 0 0,-1-1 0,-1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4T15:38:27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24575,'4'0'0,"0"0"0,0 1 0,-1 1 0,1 1 0,0 2 0,1-1 0,0 1 0,1 0 0,0 1 0,1-1 0,-1 2 0,1-1 0,-1 0 0,-1 0 0,1 1 0,0 0 0,-1 1 0,1-1 0,-2-1 0,-1-2 0,-2-2 0,1 0 0,-1-1 0,1 0 0,0 1 0,-1 0 0,1-1 0,0 1 0,1 0 0,1 2 0,1 0 0,1 1 0,0 0 0,1-1 0,-1 1 0,0 0 0,-1 0 0,0-1 0,-1 1 0,1 0 0,-1-1 0,-1 1 0,1-1 0,-1 0 0,-1 0 0,1 0 0,0-1 0,0 0 0,0 0 0,0 1 0,2 3 0,-1 0 0,1 2 0,0-2 0,0-1 0,0 0 0,0 1 0,-1 0 0,0-1 0,0-1 0,-2-1 0,-1-1 0,1-1 0,2 3 0,2 4 0,1 2 0,0 0 0,-2-3 0,-2-3 0,0 0 0,1 4 0,1 2 0,0 1 0,1-2 0,-3-2 0,0-3 0,-1-2 0,0 1 0,0 0 0,1 2 0,0-1 0,-1 1 0,0-2 0,-2 0 0,0-1 0,1 2 0,0 4 0,0 3 0,1 0 0,0-1 0,-1-5 0,-1-1 0,0-1 0,0 3 0,1 6 0,0 4 0,0-1 0,-1-2 0,0-5 0,0-3 0,0-3 0,0 0 0,0 1 0,0 3 0,0 2 0,0 1 0,0-1 0,0-2 0,0-2 0,0-2 0,0 1 0,0 2 0,-2 0 0,1 1 0,0-2 0,0 0 0,-1 3 0,-2 5 0,-2 5 0,-1 3 0,0-2 0,2-4 0,1-6 0,2-4 0,1-2 0,-1 2 0,0 0 0,-1 2 0,1-1 0,-1 0 0,1-1 0,1-2 0,-1 1 0,0 0 0,0 3 0,-1 2 0,0 0 0,-1-2 0,2-1 0,1-2 0,0-1 0,-1 0 0,-1 4 0,-1 3 0,0 0 0,1 0 0,0-3 0,1-1 0,0 0 0,-1 2 0,-1 2 0,0-1 0,2-1 0,0-3 0,0-2 0,2-1 0,-2 1 0,0 0 0,-1 2 0,-1 1 0,1 1 0,0-1 0,0-1 0,0 2 0,-1 3 0,0 2 0,0 2 0,0-2 0,2-2 0,1-3 0,0-3 0,0 1 0,1 2 0,-1 4 0,0 3 0,0 0 0,0-3 0,0-2 0,0 1 0,-1 3 0,-1 5 0,0 2 0,1-1 0,-1-5 0,2-5 0,0-4 0,1 0 0,0-1 0,0 0 0,0 0 0,0 0 0,0 0 0,0-1 0,0-2 0,0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4T15:38:34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24575,'0'7'0,"0"0"0,1 2 0,2 1 0,1-1 0,2 0 0,0-2 0,-1 0 0,-1-1 0,0-1 0,-2 0 0,0-2 0,0 0 0,0 0 0,1 1 0,0 0 0,0 1 0,0-2 0,-1-1 0,0 0 0,0 0 0,1 1 0,1 2 0,0 0 0,1 0 0,0 1 0,0 1 0,-1-1 0,1 1 0,-2 0 0,0-1 0,0 0 0,-1-1 0,1 0 0,0 0 0,0-1 0,0 2 0,1 0 0,1 0 0,-1 0 0,0 1 0,0-1 0,-1 0 0,0-1 0,-1-2 0,-1 0 0,1-1 0,-1 0 0,1 1 0,1 2 0,1 1 0,0 0 0,-1 1 0,1-1 0,0 0 0,-1 0 0,1 0 0,0 1 0,0 1 0,0 0 0,0-1 0,0 1 0,0 1 0,-1-1 0,0-1 0,0-2 0,-1-1 0,-1 1 0,2 2 0,1 4 0,0 1 0,-1-1 0,0-3 0,-1-4 0,-1 1 0,2 3 0,0 2 0,0-1 0,-1 0 0,0-4 0,-1-1 0,1 1 0,0 2 0,1 2 0,0 1 0,-1-1 0,-1-3 0,0-2 0,0 0 0,0 1 0,1 4 0,2 6 0,0 1 0,0 1 0,0-1 0,-1-4 0,-1-3 0,0-2 0,-1-3 0,-1 0 0,1-1 0,0 2 0,0 4 0,1 2 0,1 0 0,0-2 0,-2-3 0,1-1 0,-2-2 0,1-1 0,0 2 0,1 2 0,0 4 0,1 3 0,-1-1 0,0-3 0,0-3 0,-1-1 0,1 0 0,1 2 0,0 2 0,1 2 0,0-2 0,-2-2 0,0-2 0,-1-2 0,0 0 0,1 1 0,2 4 0,0 2 0,0 0 0,-1-1 0,-1-2 0,1 0 0,0 3 0,2 3 0,0 1 0,0-1 0,-2-5 0,0-2 0,-2-2 0,0-1 0,0 0 0,0 3 0,0 1 0,1 2 0,-1-2 0,0-1 0,0 0 0,1 4 0,0 5 0,1 4 0,-1-1 0,0-4 0,0-4 0,-1-2 0,-1 1 0,0 4 0,0 1 0,0-1 0,0-4 0,1-2 0,-1-2 0,0 0 0,1 1 0,0 2 0,0 1 0,0-1 0,-1-2 0,0-2 0,0 1 0,0 2 0,0 2 0,0 0 0,0-1 0,0-2 0,0-2 0,0-1 0,0 0 0,0 0 0,0 2 0,0 2 0,0 0 0,0 0 0,0-1 0,0 0 0,0 0 0,0 3 0,0 2 0,0 0 0,0-3 0,0-2 0,-1-1 0,1 1 0,-2 4 0,1 1 0,0 0 0,1-3 0,0-3 0,-1-2 0,1-1 0,-1 1 0,1 0 0,0 1 0,0-1 0,0 1 0,0 0 0,0 2 0,0 1 0,0 0 0,0-2 0,0-1 0,0 0 0,0-1 0,0-2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5BE70B-7AEE-2747-AB56-679E43ADF6C8}" type="datetimeFigureOut">
              <a:rPr lang="en-US" smtClean="0"/>
              <a:t>5/14/25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E88A19-9B9B-5245-A9F1-0DABEC37D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303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E88A19-9B9B-5245-A9F1-0DABEC37DE4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7539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769EC-1B39-6F14-1837-99C5C402F4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B87A16-9348-4265-798D-FA97E99697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FB586-912B-A8E4-C069-19B42B391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FC120-2064-204A-9DF9-BE6A8C19264A}" type="datetimeFigureOut">
              <a:rPr lang="en-US" smtClean="0"/>
              <a:t>5/14/25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CB367-C884-04A9-CB3E-F197D6F4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B8E26-F1DA-D009-592B-BFEC82093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EB54B-A416-D142-9583-D386B24D9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988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E2B66-93AA-5B3F-3489-0F6EA0721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08FC1-A7DD-842E-328C-9271E75E3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8A283A-2EFF-1955-1722-A956D0C8D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FC120-2064-204A-9DF9-BE6A8C19264A}" type="datetimeFigureOut">
              <a:rPr lang="en-US" smtClean="0"/>
              <a:t>5/14/25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7E40B-2D11-0CA5-EBC5-A32BBF9F7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357CA-E13C-20C9-F97F-27E2DA6D7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EB54B-A416-D142-9583-D386B24D9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037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B57AF-1624-9DE8-206C-57CCBA23C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B402A1-5AE2-E765-A573-AE558F83BA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9202D-EDAE-E675-CB67-53EF6B6CB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FC120-2064-204A-9DF9-BE6A8C19264A}" type="datetimeFigureOut">
              <a:rPr lang="en-US" smtClean="0"/>
              <a:t>5/14/25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A9C42-882A-A100-3FF7-6B2EE653F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19100-452C-DBC0-C02D-A32F2F981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EB54B-A416-D142-9583-D386B24D9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875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DA08-E2E2-24AE-9AA5-A74077CFC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424D0-D982-C864-E044-DE4AA6145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FB5E6D-C339-FA38-10A9-883A24AD44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3248C7-F03E-183B-08E6-666D52882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FC120-2064-204A-9DF9-BE6A8C19264A}" type="datetimeFigureOut">
              <a:rPr lang="en-US" smtClean="0"/>
              <a:t>5/14/25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7E7C9E-0FBA-EA4A-97A5-18D29F491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1F4D21-36B8-63D4-2BDF-79E3FF35A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EB54B-A416-D142-9583-D386B24D9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237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1F462-1BDB-10BB-E1AF-8676DCCDE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E586E-27EC-C82D-A177-4F509557A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7111DE-F27F-EBFE-2E8A-E0B7D56F53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4D60BA-182F-F03C-5A44-073E32C57B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70FD44-E52F-28F0-9D58-554340CE42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FEC08B-8FDF-AA83-94D0-3B00CEAA7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FC120-2064-204A-9DF9-BE6A8C19264A}" type="datetimeFigureOut">
              <a:rPr lang="en-US" smtClean="0"/>
              <a:t>5/14/25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C943D4-2344-831A-2643-CA36949E2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AB02F5-CBD6-2164-1A0F-BA24FEF11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EB54B-A416-D142-9583-D386B24D9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270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41D0E-2158-C4EE-509B-143F53619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B30ABB-0E5C-4A86-A3B9-AC05E47E1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FC120-2064-204A-9DF9-BE6A8C19264A}" type="datetimeFigureOut">
              <a:rPr lang="en-US" smtClean="0"/>
              <a:t>5/14/25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B5E870-4205-7AF4-E92F-28B16BC57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8259EE-F664-DEE3-9D49-9BB385DBF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EB54B-A416-D142-9583-D386B24D9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514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BB3A11-2DE6-6A73-C97B-FF06CFAE2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FC120-2064-204A-9DF9-BE6A8C19264A}" type="datetimeFigureOut">
              <a:rPr lang="en-US" smtClean="0"/>
              <a:t>5/14/25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3A348F-033A-23AD-33EF-E5288288A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025F26-B7D4-2918-E825-D5906A413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EB54B-A416-D142-9583-D386B24D9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389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40A4E-A86B-93D9-36DD-C74CBA1F1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85810-05C7-A982-F098-90C25BCE1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CFDA42-2BD7-06E5-A872-2D9208658F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FA9916-FC8E-0782-3219-6B34984D5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FC120-2064-204A-9DF9-BE6A8C19264A}" type="datetimeFigureOut">
              <a:rPr lang="en-US" smtClean="0"/>
              <a:t>5/14/25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C00983-A7E7-429A-6603-D30F6974F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C5CFBC-4BD0-8EEB-A02D-7E7E0B453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EB54B-A416-D142-9583-D386B24D9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831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52D2E-0A6E-5F0F-83DD-E64BFB8EE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EEF29E-934D-B89E-6373-579B12F100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CEF0AD-82E2-6BEA-48CC-06428C57D6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B024B0-EBFE-AE24-933B-D1191DEFD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FC120-2064-204A-9DF9-BE6A8C19264A}" type="datetimeFigureOut">
              <a:rPr lang="en-US" smtClean="0"/>
              <a:t>5/14/25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F87390-E8EF-12EB-26A3-E9C910167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A9727D-C09C-94FC-4757-A59D55070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EB54B-A416-D142-9583-D386B24D9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003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C2605-6175-4287-519F-136DDFACF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648CBC-89FD-BA78-6375-8A9ADF799C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9F108-C8C5-A56E-747E-B08819986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FC120-2064-204A-9DF9-BE6A8C19264A}" type="datetimeFigureOut">
              <a:rPr lang="en-US" smtClean="0"/>
              <a:t>5/14/25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0444C-F8A1-3D15-9723-F000C9AFC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75D6C-C57D-3828-8C91-A8A0FD1B9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EB54B-A416-D142-9583-D386B24D9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686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399802-C15B-DA51-858F-141950572A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C6A678-CBDD-BD59-ADF6-402B5CD3C9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034AD-1FF0-7D86-25C8-9268F7AC2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FC120-2064-204A-9DF9-BE6A8C19264A}" type="datetimeFigureOut">
              <a:rPr lang="en-US" smtClean="0"/>
              <a:t>5/14/25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78D6E-DA19-DBCA-9379-BF2E7A1E2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D3B5A-C088-1F41-7775-3FAD24BF8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EB54B-A416-D142-9583-D386B24D9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099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8682C8-5BBD-D6D3-6D64-B1A92A6C8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455BC-983C-4D48-A8D1-67EE0A6F4A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46280-CB37-76E0-4939-3297B9325B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FFC120-2064-204A-9DF9-BE6A8C19264A}" type="datetimeFigureOut">
              <a:rPr lang="en-US" smtClean="0"/>
              <a:t>5/14/25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DFE078-5252-93EA-58AD-FBB9E25FDA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01D6B-BC71-E74C-DA62-C212039512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AEB54B-A416-D142-9583-D386B24D9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339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customXml" Target="../ink/ink5.xml"/><Relationship Id="rId18" Type="http://schemas.openxmlformats.org/officeDocument/2006/relationships/image" Target="../media/image11.png"/><Relationship Id="rId26" Type="http://schemas.openxmlformats.org/officeDocument/2006/relationships/image" Target="../media/image15.png"/><Relationship Id="rId3" Type="http://schemas.openxmlformats.org/officeDocument/2006/relationships/image" Target="../media/image4.png"/><Relationship Id="rId21" Type="http://schemas.openxmlformats.org/officeDocument/2006/relationships/customXml" Target="../ink/ink9.xml"/><Relationship Id="rId7" Type="http://schemas.openxmlformats.org/officeDocument/2006/relationships/customXml" Target="../ink/ink2.xml"/><Relationship Id="rId12" Type="http://schemas.openxmlformats.org/officeDocument/2006/relationships/image" Target="../media/image8.png"/><Relationship Id="rId17" Type="http://schemas.openxmlformats.org/officeDocument/2006/relationships/customXml" Target="../ink/ink7.xml"/><Relationship Id="rId25" Type="http://schemas.openxmlformats.org/officeDocument/2006/relationships/customXml" Target="../ink/ink11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0.png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customXml" Target="../ink/ink4.xml"/><Relationship Id="rId24" Type="http://schemas.openxmlformats.org/officeDocument/2006/relationships/image" Target="../media/image14.png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23" Type="http://schemas.openxmlformats.org/officeDocument/2006/relationships/customXml" Target="../ink/ink10.xml"/><Relationship Id="rId10" Type="http://schemas.openxmlformats.org/officeDocument/2006/relationships/image" Target="../media/image7.png"/><Relationship Id="rId19" Type="http://schemas.openxmlformats.org/officeDocument/2006/relationships/customXml" Target="../ink/ink8.xml"/><Relationship Id="rId4" Type="http://schemas.openxmlformats.org/officeDocument/2006/relationships/image" Target="../media/image3.png"/><Relationship Id="rId9" Type="http://schemas.openxmlformats.org/officeDocument/2006/relationships/customXml" Target="../ink/ink3.xml"/><Relationship Id="rId14" Type="http://schemas.openxmlformats.org/officeDocument/2006/relationships/image" Target="../media/image9.png"/><Relationship Id="rId2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A4F5EBA-101E-6D2C-7AAF-BC6030C16F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07" r="10307"/>
          <a:stretch/>
        </p:blipFill>
        <p:spPr>
          <a:xfrm>
            <a:off x="6252140" y="686146"/>
            <a:ext cx="5806510" cy="5485708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5E1EBA-9304-6AC4-BB58-88B50355F7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307" r="10307"/>
          <a:stretch/>
        </p:blipFill>
        <p:spPr>
          <a:xfrm>
            <a:off x="133350" y="686146"/>
            <a:ext cx="5806510" cy="5485708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5F54E21-FCD2-FDB8-FCD3-6C164EDDE589}"/>
              </a:ext>
            </a:extLst>
          </p:cNvPr>
          <p:cNvCxnSpPr>
            <a:cxnSpLocks/>
          </p:cNvCxnSpPr>
          <p:nvPr/>
        </p:nvCxnSpPr>
        <p:spPr>
          <a:xfrm flipV="1">
            <a:off x="3855493" y="686146"/>
            <a:ext cx="2396647" cy="3401358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711A81C-7457-E717-1BA5-AE2BCF7AFFF8}"/>
              </a:ext>
            </a:extLst>
          </p:cNvPr>
          <p:cNvCxnSpPr>
            <a:cxnSpLocks/>
          </p:cNvCxnSpPr>
          <p:nvPr/>
        </p:nvCxnSpPr>
        <p:spPr>
          <a:xfrm>
            <a:off x="3855493" y="4411639"/>
            <a:ext cx="2396647" cy="1760215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C44023C5-3A3C-7597-383E-00D543E82A06}"/>
              </a:ext>
            </a:extLst>
          </p:cNvPr>
          <p:cNvSpPr txBox="1"/>
          <p:nvPr/>
        </p:nvSpPr>
        <p:spPr>
          <a:xfrm>
            <a:off x="2382336" y="2774731"/>
            <a:ext cx="1308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9959C00-0621-536D-1F8B-5085F5F15A8D}"/>
              </a:ext>
            </a:extLst>
          </p:cNvPr>
          <p:cNvSpPr txBox="1"/>
          <p:nvPr/>
        </p:nvSpPr>
        <p:spPr>
          <a:xfrm rot="16200000">
            <a:off x="532789" y="4048982"/>
            <a:ext cx="20320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Hampshire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44B7790-C356-45A9-FB09-6B0BCF86FEC0}"/>
              </a:ext>
            </a:extLst>
          </p:cNvPr>
          <p:cNvSpPr txBox="1"/>
          <p:nvPr/>
        </p:nvSpPr>
        <p:spPr>
          <a:xfrm rot="16200000">
            <a:off x="-42243" y="4048983"/>
            <a:ext cx="12285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Vermont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BEF2F64-9757-B33A-6D5B-15FC611A0848}"/>
              </a:ext>
            </a:extLst>
          </p:cNvPr>
          <p:cNvSpPr txBox="1"/>
          <p:nvPr/>
        </p:nvSpPr>
        <p:spPr>
          <a:xfrm>
            <a:off x="704202" y="2590065"/>
            <a:ext cx="1081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Quebec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795128A-0F19-8457-042E-A449A918ABDC}"/>
              </a:ext>
            </a:extLst>
          </p:cNvPr>
          <p:cNvSpPr txBox="1"/>
          <p:nvPr/>
        </p:nvSpPr>
        <p:spPr>
          <a:xfrm rot="16200000">
            <a:off x="3060981" y="1851059"/>
            <a:ext cx="20320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Brunswick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D7B34DD-FE1D-CE13-3944-EC7BCBB37F4D}"/>
              </a:ext>
            </a:extLst>
          </p:cNvPr>
          <p:cNvSpPr/>
          <p:nvPr/>
        </p:nvSpPr>
        <p:spPr>
          <a:xfrm>
            <a:off x="7553325" y="3691601"/>
            <a:ext cx="45719" cy="45719"/>
          </a:xfrm>
          <a:prstGeom prst="ellipse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B43FEE-239D-D9CF-6520-E06EB528E1F3}"/>
              </a:ext>
            </a:extLst>
          </p:cNvPr>
          <p:cNvSpPr txBox="1"/>
          <p:nvPr/>
        </p:nvSpPr>
        <p:spPr>
          <a:xfrm>
            <a:off x="7048987" y="3403277"/>
            <a:ext cx="1100113" cy="310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 Harbor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C5E0A0D-95B8-7750-4313-F8722D555EB0}"/>
              </a:ext>
            </a:extLst>
          </p:cNvPr>
          <p:cNvCxnSpPr>
            <a:cxnSpLocks/>
            <a:stCxn id="57" idx="1"/>
          </p:cNvCxnSpPr>
          <p:nvPr/>
        </p:nvCxnSpPr>
        <p:spPr>
          <a:xfrm flipH="1" flipV="1">
            <a:off x="9297347" y="3603982"/>
            <a:ext cx="612119" cy="807786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087A89BD-52CC-BD3C-1DB0-C23473526236}"/>
              </a:ext>
            </a:extLst>
          </p:cNvPr>
          <p:cNvSpPr txBox="1"/>
          <p:nvPr/>
        </p:nvSpPr>
        <p:spPr>
          <a:xfrm>
            <a:off x="9909466" y="3934714"/>
            <a:ext cx="18060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Schoodic Forest</a:t>
            </a:r>
          </a:p>
        </p:txBody>
      </p:sp>
      <p:pic>
        <p:nvPicPr>
          <p:cNvPr id="67" name="Picture 66" descr="A white arrow on a black background&#10;&#10;Description automatically generated">
            <a:extLst>
              <a:ext uri="{FF2B5EF4-FFF2-40B4-BE49-F238E27FC236}">
                <a16:creationId xmlns:a16="http://schemas.microsoft.com/office/drawing/2014/main" id="{4071DAE1-7B60-E3D3-CE56-8B5E450C8B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0616" y="4906313"/>
            <a:ext cx="1161384" cy="1486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124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D13516C-D3A2-30FF-2C27-C33D911921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0448" y="-422695"/>
            <a:ext cx="10528866" cy="7436559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EA75663-2921-473B-A6B1-B23C9389ABB9}"/>
              </a:ext>
            </a:extLst>
          </p:cNvPr>
          <p:cNvSpPr/>
          <p:nvPr/>
        </p:nvSpPr>
        <p:spPr>
          <a:xfrm>
            <a:off x="8573285" y="-266491"/>
            <a:ext cx="2509388" cy="171614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2831FD-78A7-B16E-41D9-74857E6315EE}"/>
              </a:ext>
            </a:extLst>
          </p:cNvPr>
          <p:cNvSpPr txBox="1"/>
          <p:nvPr/>
        </p:nvSpPr>
        <p:spPr>
          <a:xfrm>
            <a:off x="9143302" y="-77801"/>
            <a:ext cx="1939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Schoodic Forest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D24A2B-A437-6CC2-C64D-63792A2DADA4}"/>
              </a:ext>
            </a:extLst>
          </p:cNvPr>
          <p:cNvSpPr txBox="1"/>
          <p:nvPr/>
        </p:nvSpPr>
        <p:spPr>
          <a:xfrm>
            <a:off x="9138721" y="447735"/>
            <a:ext cx="2046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Point-count sites</a:t>
            </a:r>
          </a:p>
        </p:txBody>
      </p:sp>
      <p:pic>
        <p:nvPicPr>
          <p:cNvPr id="15" name="Picture 14" descr="A white arrow on a black background&#10;&#10;Description automatically generated">
            <a:extLst>
              <a:ext uri="{FF2B5EF4-FFF2-40B4-BE49-F238E27FC236}">
                <a16:creationId xmlns:a16="http://schemas.microsoft.com/office/drawing/2014/main" id="{116CF871-42CA-D7E0-BCEE-B7E072954C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48" y="-422695"/>
            <a:ext cx="1148278" cy="1469797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F1F245CC-BD47-666F-65E2-FAA4BC289C29}"/>
              </a:ext>
            </a:extLst>
          </p:cNvPr>
          <p:cNvSpPr/>
          <p:nvPr/>
        </p:nvSpPr>
        <p:spPr>
          <a:xfrm>
            <a:off x="8839829" y="560356"/>
            <a:ext cx="147758" cy="144089"/>
          </a:xfrm>
          <a:prstGeom prst="ellipse">
            <a:avLst/>
          </a:prstGeom>
          <a:solidFill>
            <a:srgbClr val="FF960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967168E2-EAE4-4655-D1DD-CB98505D4647}"/>
              </a:ext>
            </a:extLst>
          </p:cNvPr>
          <p:cNvSpPr/>
          <p:nvPr/>
        </p:nvSpPr>
        <p:spPr>
          <a:xfrm rot="13838800">
            <a:off x="5149114" y="3264812"/>
            <a:ext cx="307513" cy="615398"/>
          </a:xfrm>
          <a:prstGeom prst="rightBrac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7BEEEB-42BD-BCE4-C5D2-B4F695B1AA18}"/>
              </a:ext>
            </a:extLst>
          </p:cNvPr>
          <p:cNvSpPr txBox="1"/>
          <p:nvPr/>
        </p:nvSpPr>
        <p:spPr>
          <a:xfrm rot="19212937">
            <a:off x="4687187" y="3095529"/>
            <a:ext cx="77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500m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CBE115-D2BF-6831-5DC9-B72CA031284C}"/>
              </a:ext>
            </a:extLst>
          </p:cNvPr>
          <p:cNvSpPr/>
          <p:nvPr/>
        </p:nvSpPr>
        <p:spPr>
          <a:xfrm>
            <a:off x="8780425" y="-9215"/>
            <a:ext cx="258610" cy="237670"/>
          </a:xfrm>
          <a:prstGeom prst="rect">
            <a:avLst/>
          </a:prstGeom>
          <a:pattFill prst="wdUpDiag">
            <a:fgClr>
              <a:schemeClr val="bg1">
                <a:lumMod val="85000"/>
              </a:schemeClr>
            </a:fgClr>
            <a:bgClr>
              <a:schemeClr val="tx1">
                <a:lumMod val="65000"/>
                <a:lumOff val="35000"/>
              </a:schemeClr>
            </a:bgClr>
          </a:patt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00C45DE-1B1F-1F75-7761-45D5F75F0997}"/>
                  </a:ext>
                </a:extLst>
              </p14:cNvPr>
              <p14:cNvContentPartPr/>
              <p14:nvPr/>
            </p14:nvContentPartPr>
            <p14:xfrm>
              <a:off x="5738195" y="909530"/>
              <a:ext cx="381240" cy="3484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00C45DE-1B1F-1F75-7761-45D5F75F099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29555" y="900890"/>
                <a:ext cx="398880" cy="36612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12030D9-E980-7742-51BE-385CC46FDB15}"/>
              </a:ext>
            </a:extLst>
          </p:cNvPr>
          <p:cNvSpPr txBox="1"/>
          <p:nvPr/>
        </p:nvSpPr>
        <p:spPr>
          <a:xfrm>
            <a:off x="5072966" y="1106486"/>
            <a:ext cx="1148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Point 10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4AB388-9C55-9210-CE03-4C388042D366}"/>
              </a:ext>
            </a:extLst>
          </p:cNvPr>
          <p:cNvSpPr txBox="1"/>
          <p:nvPr/>
        </p:nvSpPr>
        <p:spPr>
          <a:xfrm>
            <a:off x="6310272" y="5808393"/>
            <a:ext cx="9160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Point 1</a:t>
            </a:r>
            <a:endParaRPr 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B0C8AF53-273D-89EA-C249-AD6C5327665E}"/>
                  </a:ext>
                </a:extLst>
              </p14:cNvPr>
              <p14:cNvContentPartPr/>
              <p14:nvPr/>
            </p14:nvContentPartPr>
            <p14:xfrm>
              <a:off x="6210155" y="1335050"/>
              <a:ext cx="183960" cy="45864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B0C8AF53-273D-89EA-C249-AD6C5327665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01515" y="1326050"/>
                <a:ext cx="201600" cy="47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FF1A390-53AA-9416-8BF2-06FC03C9E2FF}"/>
                  </a:ext>
                </a:extLst>
              </p14:cNvPr>
              <p14:cNvContentPartPr/>
              <p14:nvPr/>
            </p14:nvContentPartPr>
            <p14:xfrm>
              <a:off x="6238955" y="1918285"/>
              <a:ext cx="138600" cy="48888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FF1A390-53AA-9416-8BF2-06FC03C9E2F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230315" y="1909645"/>
                <a:ext cx="156240" cy="50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57D48266-2C28-3D58-A898-AD2AA5773329}"/>
                  </a:ext>
                </a:extLst>
              </p14:cNvPr>
              <p14:cNvContentPartPr/>
              <p14:nvPr/>
            </p14:nvContentPartPr>
            <p14:xfrm>
              <a:off x="6033395" y="2515525"/>
              <a:ext cx="163440" cy="4759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57D48266-2C28-3D58-A898-AD2AA577332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024755" y="2506525"/>
                <a:ext cx="181080" cy="49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39E5C8B-EB48-7674-877F-D374828C5364}"/>
                  </a:ext>
                </a:extLst>
              </p14:cNvPr>
              <p14:cNvContentPartPr/>
              <p14:nvPr/>
            </p14:nvContentPartPr>
            <p14:xfrm>
              <a:off x="5777795" y="3111495"/>
              <a:ext cx="268560" cy="41112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39E5C8B-EB48-7674-877F-D374828C536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769155" y="3102495"/>
                <a:ext cx="286200" cy="42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F2BB0A6-618B-44FF-7D40-F60D734B2D04}"/>
                  </a:ext>
                </a:extLst>
              </p14:cNvPr>
              <p14:cNvContentPartPr/>
              <p14:nvPr/>
            </p14:nvContentPartPr>
            <p14:xfrm>
              <a:off x="5304035" y="3608615"/>
              <a:ext cx="393480" cy="32724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F2BB0A6-618B-44FF-7D40-F60D734B2D0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295395" y="3599975"/>
                <a:ext cx="411120" cy="34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7B3D7CE9-5771-5D90-D6CA-0BC04C7CF953}"/>
                  </a:ext>
                </a:extLst>
              </p14:cNvPr>
              <p14:cNvContentPartPr/>
              <p14:nvPr/>
            </p14:nvContentPartPr>
            <p14:xfrm>
              <a:off x="5125835" y="4000655"/>
              <a:ext cx="192600" cy="44532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7B3D7CE9-5771-5D90-D6CA-0BC04C7CF95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116835" y="3992015"/>
                <a:ext cx="210240" cy="46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09DBB2BA-FE2F-610B-3661-F28BFF6684A1}"/>
                  </a:ext>
                </a:extLst>
              </p14:cNvPr>
              <p14:cNvContentPartPr/>
              <p14:nvPr/>
            </p14:nvContentPartPr>
            <p14:xfrm>
              <a:off x="5381075" y="4540905"/>
              <a:ext cx="257760" cy="4521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09DBB2BA-FE2F-610B-3661-F28BFF6684A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372075" y="4532265"/>
                <a:ext cx="275400" cy="46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3FC9D422-703A-B66A-A4CC-1815E7C3A3AF}"/>
                  </a:ext>
                </a:extLst>
              </p14:cNvPr>
              <p14:cNvContentPartPr/>
              <p14:nvPr/>
            </p14:nvContentPartPr>
            <p14:xfrm>
              <a:off x="5699315" y="5085715"/>
              <a:ext cx="352080" cy="35568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3FC9D422-703A-B66A-A4CC-1815E7C3A3A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690675" y="5076715"/>
                <a:ext cx="369720" cy="37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2C34210D-4A9A-D2EA-E2BF-B3266B99CE40}"/>
                  </a:ext>
                </a:extLst>
              </p14:cNvPr>
              <p14:cNvContentPartPr/>
              <p14:nvPr/>
            </p14:nvContentPartPr>
            <p14:xfrm>
              <a:off x="6139955" y="5510875"/>
              <a:ext cx="126720" cy="46548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2C34210D-4A9A-D2EA-E2BF-B3266B99CE40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131315" y="5502235"/>
                <a:ext cx="144360" cy="48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AA36B6CA-4023-101F-F22A-01BE2C61378E}"/>
                  </a:ext>
                </a:extLst>
              </p14:cNvPr>
              <p14:cNvContentPartPr/>
              <p14:nvPr/>
            </p14:nvContentPartPr>
            <p14:xfrm>
              <a:off x="6232475" y="6085640"/>
              <a:ext cx="151560" cy="5346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AA36B6CA-4023-101F-F22A-01BE2C61378E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223475" y="6076640"/>
                <a:ext cx="169200" cy="552240"/>
              </a:xfrm>
              <a:prstGeom prst="rect">
                <a:avLst/>
              </a:prstGeom>
            </p:spPr>
          </p:pic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BF4FB81-8BC8-0FCC-1527-1D7FD76C89B2}"/>
              </a:ext>
            </a:extLst>
          </p:cNvPr>
          <p:cNvCxnSpPr>
            <a:cxnSpLocks/>
          </p:cNvCxnSpPr>
          <p:nvPr/>
        </p:nvCxnSpPr>
        <p:spPr>
          <a:xfrm>
            <a:off x="8780425" y="1103592"/>
            <a:ext cx="3079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B29A47F8-2480-9B7F-068A-4D2D3D5B7669}"/>
              </a:ext>
            </a:extLst>
          </p:cNvPr>
          <p:cNvSpPr txBox="1"/>
          <p:nvPr/>
        </p:nvSpPr>
        <p:spPr>
          <a:xfrm>
            <a:off x="9138721" y="899104"/>
            <a:ext cx="2046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Curtis Road</a:t>
            </a:r>
          </a:p>
        </p:txBody>
      </p:sp>
    </p:spTree>
    <p:extLst>
      <p:ext uri="{BB962C8B-B14F-4D97-AF65-F5344CB8AC3E}">
        <p14:creationId xmlns:p14="http://schemas.microsoft.com/office/powerpoint/2010/main" val="2785500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2916</TotalTime>
  <Words>23</Words>
  <Application>Microsoft Macintosh PowerPoint</Application>
  <PresentationFormat>Widescreen</PresentationFormat>
  <Paragraphs>14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Kyle Lima</dc:creator>
  <cp:lastModifiedBy>Kyle Lima</cp:lastModifiedBy>
  <cp:revision>8</cp:revision>
  <dcterms:created xsi:type="dcterms:W3CDTF">2023-11-27T14:34:10Z</dcterms:created>
  <dcterms:modified xsi:type="dcterms:W3CDTF">2025-05-14T15:41:54Z</dcterms:modified>
</cp:coreProperties>
</file>